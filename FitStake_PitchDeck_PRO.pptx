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0A3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1097280" cy="1097280"/>
          </a:xfrm>
          <a:prstGeom prst="rect">
            <a:avLst/>
          </a:prstGeom>
          <a:solidFill>
            <a:srgbClr val="9945FF">
              <a:alpha val="80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4572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828800" y="54864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spc="8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FITSTAKE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828800" y="11887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600" kern="0" dirty="0">
                <a:solidFill>
                  <a:srgbClr val="14F1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SOLANA EDITION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Exercise. Earn. Play. Learn. Compete.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All-in-One </a:t>
            </a:r>
            <a:pPr indent="0" marL="0">
              <a:buNone/>
            </a:pPr>
            <a:r>
              <a:rPr lang="en-US" sz="2400" b="1" dirty="0">
                <a:solidFill>
                  <a:srgbClr val="14F1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Fitness + Gaming + Education + Health</a:t>
            </a:r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Platform on Solana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57200" y="4389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45FF"/>
                </a:solidFill>
              </a:rPr>
              <a:t>Seeker Hackathon 2026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0" y="4389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Built for Solana Saga &amp; Seeker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475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8888"/>
                </a:solidFill>
              </a:rPr>
              <a:t>People quit fitness because there's no real reward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685800"/>
          </a:xfrm>
          <a:prstGeom prst="rect">
            <a:avLst/>
          </a:prstGeom>
          <a:solidFill>
            <a:srgbClr val="14142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46304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😴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80160" y="146304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475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80%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0" y="1463040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quit fitness apps within 30 days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8229600" cy="685800"/>
          </a:xfrm>
          <a:prstGeom prst="rect">
            <a:avLst/>
          </a:prstGeom>
          <a:solidFill>
            <a:srgbClr val="14142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28600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📱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280160" y="228600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9F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$71B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743200" y="2286000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wasted on unused gym memberships yearly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8229600" cy="685800"/>
          </a:xfrm>
          <a:prstGeom prst="rect">
            <a:avLst/>
          </a:prstGeom>
          <a:solidFill>
            <a:srgbClr val="14142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310896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🎮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280160" y="310896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994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743200" y="3108960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apps combine fitness + crypto + games + education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931920"/>
            <a:ext cx="8229600" cy="685800"/>
          </a:xfrm>
          <a:prstGeom prst="rect">
            <a:avLst/>
          </a:prstGeom>
          <a:solidFill>
            <a:srgbClr val="14142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393192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🏥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280160" y="393192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6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60%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2743200" y="3931920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of adults don't exercise enough for basic health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4F1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SOLUTION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8888"/>
                </a:solidFill>
              </a:rPr>
              <a:t>FitStake: Where every push-up earns you real crypto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73152" cy="548640"/>
          </a:xfrm>
          <a:prstGeom prst="rect">
            <a:avLst/>
          </a:prstGeom>
          <a:solidFill>
            <a:srgbClr val="14F19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F1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🏋️ EXERCISE &amp; EARN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Real sensor-verified workouts earn SOL. Accelerometer, GPS, stability checks.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73152" cy="548640"/>
          </a:xfrm>
          <a:prstGeom prst="rect">
            <a:avLst/>
          </a:prstGeom>
          <a:solidFill>
            <a:srgbClr val="9945F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057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4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🎮 4 PLAY-TO-EARN GAMES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3317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Nun Galaxy Wars, SOL Racer, Coin Rush, Dino Race Online (2-player PVP)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73152" cy="548640"/>
          </a:xfrm>
          <a:prstGeom prst="rect">
            <a:avLst/>
          </a:prstGeom>
          <a:solidFill>
            <a:srgbClr val="00AAFF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743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AA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📚 LEARN &amp; EARN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30175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Language learning (Spanish, English, Portuguese) with SOL rewards per lesson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429000"/>
            <a:ext cx="73152" cy="548640"/>
          </a:xfrm>
          <a:prstGeom prst="rect">
            <a:avLst/>
          </a:prstGeom>
          <a:solidFill>
            <a:srgbClr val="FF9F43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429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9F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🏥 HEALTH &amp; WELLNESS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3703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Daily health tips, challenges, nutrition guidance, fitness tracking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114800"/>
            <a:ext cx="73152" cy="54864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114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⚔️ STAKE &amp; COMPETE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43891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Challenge friends with real SOL stakes. Winner takes the pot.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IT WORKS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1097280"/>
            <a:ext cx="2011680" cy="3200400"/>
          </a:xfrm>
          <a:prstGeom prst="rect">
            <a:avLst/>
          </a:prstGeom>
          <a:solidFill>
            <a:srgbClr val="14142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74320" y="128016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🔗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005840" y="2103120"/>
            <a:ext cx="548640" cy="548640"/>
          </a:xfrm>
          <a:prstGeom prst="ellipse">
            <a:avLst/>
          </a:prstGeom>
          <a:solidFill>
            <a:srgbClr val="9945F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A0A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" y="28346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Connect Wallet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32004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Phantom, Solflare, or Backpack via Solana MWA 2.0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68880" y="1097280"/>
            <a:ext cx="2011680" cy="3200400"/>
          </a:xfrm>
          <a:prstGeom prst="rect">
            <a:avLst/>
          </a:prstGeom>
          <a:solidFill>
            <a:srgbClr val="14142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68880" y="128016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🎯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3200400" y="2103120"/>
            <a:ext cx="548640" cy="548640"/>
          </a:xfrm>
          <a:prstGeom prst="ellipse">
            <a:avLst/>
          </a:prstGeom>
          <a:solidFill>
            <a:srgbClr val="14F195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A0A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468880" y="28346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Choose Activity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60320" y="32004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Workout, play games, learn languages, or health challenges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1097280"/>
            <a:ext cx="2011680" cy="3200400"/>
          </a:xfrm>
          <a:prstGeom prst="rect">
            <a:avLst/>
          </a:prstGeom>
          <a:solidFill>
            <a:srgbClr val="14142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63440" y="128016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💰</a:t>
            </a:r>
            <a:endParaRPr lang="en-US" sz="3600" dirty="0"/>
          </a:p>
        </p:txBody>
      </p:sp>
      <p:sp>
        <p:nvSpPr>
          <p:cNvPr id="17" name="Shape 15"/>
          <p:cNvSpPr/>
          <p:nvPr/>
        </p:nvSpPr>
        <p:spPr>
          <a:xfrm>
            <a:off x="5394960" y="2103120"/>
            <a:ext cx="548640" cy="548640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18" name="Text 16"/>
          <p:cNvSpPr/>
          <p:nvPr/>
        </p:nvSpPr>
        <p:spPr>
          <a:xfrm>
            <a:off x="539496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A0A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663440" y="28346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Earn SOL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54880" y="32004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Every rep, game win, correct answer, and completed challenge earns crypto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858000" y="1097280"/>
            <a:ext cx="2011680" cy="3200400"/>
          </a:xfrm>
          <a:prstGeom prst="rect">
            <a:avLst/>
          </a:prstGeom>
          <a:solidFill>
            <a:srgbClr val="14142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858000" y="128016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🏆</a:t>
            </a:r>
            <a:endParaRPr lang="en-US" sz="3600" dirty="0"/>
          </a:p>
        </p:txBody>
      </p:sp>
      <p:sp>
        <p:nvSpPr>
          <p:cNvPr id="23" name="Shape 21"/>
          <p:cNvSpPr/>
          <p:nvPr/>
        </p:nvSpPr>
        <p:spPr>
          <a:xfrm>
            <a:off x="7589520" y="2103120"/>
            <a:ext cx="548640" cy="548640"/>
          </a:xfrm>
          <a:prstGeom prst="ellipse">
            <a:avLst/>
          </a:prstGeom>
          <a:solidFill>
            <a:srgbClr val="FF9F43"/>
          </a:solidFill>
          <a:ln/>
        </p:spPr>
      </p:sp>
      <p:sp>
        <p:nvSpPr>
          <p:cNvPr id="24" name="Text 22"/>
          <p:cNvSpPr/>
          <p:nvPr/>
        </p:nvSpPr>
        <p:spPr>
          <a:xfrm>
            <a:off x="758952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A0A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858000" y="28346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Compete &amp; Grow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49440" y="32004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Challenge friends, climb leaderboard, stake SOL, win badges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FEATURES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114800" cy="640080"/>
          </a:xfrm>
          <a:prstGeom prst="rect">
            <a:avLst/>
          </a:prstGeom>
          <a:solidFill>
            <a:srgbClr val="14142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🏋️ Sensor Workouts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Push-ups, squats, running, plank, burpees, jumping jacks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4114800" cy="640080"/>
          </a:xfrm>
          <a:prstGeom prst="rect">
            <a:avLst/>
          </a:prstGeom>
          <a:solidFill>
            <a:srgbClr val="14142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7830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🎮 4 Games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07568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Nun Galaxy Wars, SOL Racer, Coin Rush, Dino Race PVP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4114800" cy="640080"/>
          </a:xfrm>
          <a:prstGeom prst="rect">
            <a:avLst/>
          </a:prstGeom>
          <a:solidFill>
            <a:srgbClr val="14142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5603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📚 3 Languages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85292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Spanish, English, Portuguese with quiz rewards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3337560"/>
            <a:ext cx="4114800" cy="640080"/>
          </a:xfrm>
          <a:prstGeom prst="rect">
            <a:avLst/>
          </a:prstGeom>
          <a:solidFill>
            <a:srgbClr val="14142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3375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🏥 Health Hub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363016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Daily tips, nutrition, breathing, heart rate zones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4114800"/>
            <a:ext cx="4114800" cy="640080"/>
          </a:xfrm>
          <a:prstGeom prst="rect">
            <a:avLst/>
          </a:prstGeom>
          <a:solidFill>
            <a:srgbClr val="14142A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1148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⚔️ SOL Battles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440740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1v1 and group challenges with crypto stakes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46320" y="1005840"/>
            <a:ext cx="4114800" cy="640080"/>
          </a:xfrm>
          <a:prstGeom prst="rect">
            <a:avLst/>
          </a:prstGeom>
          <a:solidFill>
            <a:srgbClr val="14142A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1005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🦖 Online PVP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129844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Real-time 2-player Dino Race with SOL betting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46320" y="1783080"/>
            <a:ext cx="4114800" cy="640080"/>
          </a:xfrm>
          <a:prstGeom prst="rect">
            <a:avLst/>
          </a:prstGeom>
          <a:solidFill>
            <a:srgbClr val="14142A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17830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🏆 Leaderboards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207568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Global rankings, badges, tiers, streaks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46320" y="2560320"/>
            <a:ext cx="4114800" cy="640080"/>
          </a:xfrm>
          <a:prstGeom prst="rect">
            <a:avLst/>
          </a:prstGeom>
          <a:solidFill>
            <a:srgbClr val="14142A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25603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🔗 Wallet Connect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37760" y="285292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Phantom, Solflare, Backpack via MWA 2.0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46320" y="3337560"/>
            <a:ext cx="4114800" cy="640080"/>
          </a:xfrm>
          <a:prstGeom prst="rect">
            <a:avLst/>
          </a:prstGeom>
          <a:solidFill>
            <a:srgbClr val="14142A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33375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📊 Progress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37760" y="363016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Weekly charts, calories, distance, rep tracking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46320" y="4114800"/>
            <a:ext cx="4114800" cy="640080"/>
          </a:xfrm>
          <a:prstGeom prst="rect">
            <a:avLst/>
          </a:prstGeom>
          <a:solidFill>
            <a:srgbClr val="14142A"/>
          </a:solidFill>
          <a:ln/>
        </p:spPr>
      </p:sp>
      <p:sp>
        <p:nvSpPr>
          <p:cNvPr id="31" name="Text 29"/>
          <p:cNvSpPr/>
          <p:nvPr/>
        </p:nvSpPr>
        <p:spPr>
          <a:xfrm>
            <a:off x="4937760" y="41148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🤝 Social Feed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37760" y="440740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Follow friends, see workouts, chat, compete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994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 PLAY-TO-EARN GAMES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2011680" cy="3474720"/>
          </a:xfrm>
          <a:prstGeom prst="rect">
            <a:avLst/>
          </a:prstGeom>
          <a:solidFill>
            <a:srgbClr val="14142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1005840"/>
            <a:ext cx="2011680" cy="54864"/>
          </a:xfrm>
          <a:prstGeom prst="rect">
            <a:avLst/>
          </a:prstGeom>
          <a:solidFill>
            <a:srgbClr val="9945F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1887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👼🚀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828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Nun Galaxy Wars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103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45FF"/>
                </a:solidFill>
              </a:rPr>
              <a:t>Space Shooter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246888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Destroy flying cars with your holy spaceship.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Power-ups, boss fights, waves.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3657600"/>
            <a:ext cx="1463040" cy="320040"/>
          </a:xfrm>
          <a:prstGeom prst="rect">
            <a:avLst/>
          </a:prstGeom>
          <a:solidFill>
            <a:srgbClr val="9945FF">
              <a:alpha val="2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6576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94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+0.095 SOL/game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68880" y="1005840"/>
            <a:ext cx="2011680" cy="3474720"/>
          </a:xfrm>
          <a:prstGeom prst="rect">
            <a:avLst/>
          </a:prstGeom>
          <a:solidFill>
            <a:srgbClr val="14142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68880" y="1005840"/>
            <a:ext cx="2011680" cy="54864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13" name="Text 11"/>
          <p:cNvSpPr/>
          <p:nvPr/>
        </p:nvSpPr>
        <p:spPr>
          <a:xfrm>
            <a:off x="2468880" y="11887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🏎️💨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560320" y="1828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SOL Racer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60320" y="2103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6B00"/>
                </a:solidFill>
              </a:rPr>
              <a:t>Racing + Betting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606040" y="246888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Pick car, place bet, race AI opponents.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Win up to 3x your bet.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0" y="3657600"/>
            <a:ext cx="1463040" cy="320040"/>
          </a:xfrm>
          <a:prstGeom prst="rect">
            <a:avLst/>
          </a:prstGeom>
          <a:solidFill>
            <a:srgbClr val="FF6B00">
              <a:alpha val="2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0" y="36576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+0.150 SOL max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1005840"/>
            <a:ext cx="2011680" cy="3474720"/>
          </a:xfrm>
          <a:prstGeom prst="rect">
            <a:avLst/>
          </a:prstGeom>
          <a:solidFill>
            <a:srgbClr val="14142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1005840"/>
            <a:ext cx="2011680" cy="54864"/>
          </a:xfrm>
          <a:prstGeom prst="rect">
            <a:avLst/>
          </a:prstGeom>
          <a:solidFill>
            <a:srgbClr val="14F195"/>
          </a:solidFill>
          <a:ln/>
        </p:spPr>
      </p:sp>
      <p:sp>
        <p:nvSpPr>
          <p:cNvPr id="21" name="Text 19"/>
          <p:cNvSpPr/>
          <p:nvPr/>
        </p:nvSpPr>
        <p:spPr>
          <a:xfrm>
            <a:off x="4663440" y="11887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🏃💰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754880" y="1828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Coin Rush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0" y="2103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F195"/>
                </a:solidFill>
              </a:rPr>
              <a:t>Endless Runner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00600" y="246888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Collect coins, dodge obstacles.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Combos up to x10 multiplier.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937760" y="3657600"/>
            <a:ext cx="1463040" cy="320040"/>
          </a:xfrm>
          <a:prstGeom prst="rect">
            <a:avLst/>
          </a:prstGeom>
          <a:solidFill>
            <a:srgbClr val="14F195">
              <a:alpha val="2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36576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F1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+0.125 SOL/game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858000" y="1005840"/>
            <a:ext cx="2011680" cy="3474720"/>
          </a:xfrm>
          <a:prstGeom prst="rect">
            <a:avLst/>
          </a:prstGeom>
          <a:solidFill>
            <a:srgbClr val="14142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858000" y="1005840"/>
            <a:ext cx="2011680" cy="54864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0" y="11887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🦖🆚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949440" y="1828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Dino Race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949440" y="2103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D700"/>
                </a:solidFill>
              </a:rPr>
              <a:t>2-Player PVP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995160" y="246888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Real-time online race vs friends!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Bet SOL, survive longer to win.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132320" y="3657600"/>
            <a:ext cx="1463040" cy="320040"/>
          </a:xfrm>
          <a:prstGeom prst="rect">
            <a:avLst/>
          </a:prstGeom>
          <a:solidFill>
            <a:srgbClr val="FFD700">
              <a:alpha val="2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7132320" y="36576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+0.10 SOL bet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AA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LEARN &amp; HEALTH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474720"/>
          </a:xfrm>
          <a:prstGeom prst="rect">
            <a:avLst/>
          </a:prstGeom>
          <a:solidFill>
            <a:srgbClr val="14142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097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AA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📚 Language Learning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Learn languages and earn SOL for every correct answer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🇪🇸 Spanish · Level 1-10 · 50+ lessons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🇺🇸 English · Level 1-10 · 50+ lessons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9260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🇧🇷 Portuguese · Level 1-10 · 40+ lessons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33375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🇫🇷 French · Coming Soon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38404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F195"/>
                </a:solidFill>
              </a:rPr>
              <a:t>+0.002 SOL per answer · +0.015 SOL per lesson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3931920" cy="3474720"/>
          </a:xfrm>
          <a:prstGeom prst="rect">
            <a:avLst/>
          </a:prstGeom>
          <a:solidFill>
            <a:srgbClr val="14142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37760" y="1097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9F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🏥 Health &amp; Wellness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37760" y="15544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Daily health tips, challenges, and wellness tracking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0" y="21031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💧 Hydration tracking &amp; reminders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37760" y="245059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🫁 Breathing exercises (4-7-8)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60" y="279806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🥗 Pre/post workout nutrition tips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7760" y="314553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❤️ Heart rate zones education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0" y="349300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😴 Sleep tracking integration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37760" y="38404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💪 Progressive overload guidance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 STACK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82880" y="1005840"/>
            <a:ext cx="1645920" cy="3200400"/>
          </a:xfrm>
          <a:prstGeom prst="rect">
            <a:avLst/>
          </a:prstGeom>
          <a:solidFill>
            <a:srgbClr val="14142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82880" y="1005840"/>
            <a:ext cx="1645920" cy="54864"/>
          </a:xfrm>
          <a:prstGeom prst="rect">
            <a:avLst/>
          </a:prstGeom>
          <a:solidFill>
            <a:srgbClr val="14F195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11887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F1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MOBILE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17373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Kotlin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22402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Jetpack Compose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27432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Material 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32461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WebView Games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965960" y="1005840"/>
            <a:ext cx="1645920" cy="3200400"/>
          </a:xfrm>
          <a:prstGeom prst="rect">
            <a:avLst/>
          </a:prstGeom>
          <a:solidFill>
            <a:srgbClr val="14142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965960" y="1005840"/>
            <a:ext cx="1645920" cy="54864"/>
          </a:xfrm>
          <a:prstGeom prst="rect">
            <a:avLst/>
          </a:prstGeom>
          <a:solidFill>
            <a:srgbClr val="9945FF"/>
          </a:solidFill>
          <a:ln/>
        </p:spPr>
      </p:sp>
      <p:sp>
        <p:nvSpPr>
          <p:cNvPr id="12" name="Text 10"/>
          <p:cNvSpPr/>
          <p:nvPr/>
        </p:nvSpPr>
        <p:spPr>
          <a:xfrm>
            <a:off x="1965960" y="11887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4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BLOCKCHAIN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57400" y="17373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Solana MWA 2.0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57400" y="22402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Phantom SDK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57400" y="27432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Devnet/Mainnet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057400" y="32461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SPL Tokens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749040" y="1005840"/>
            <a:ext cx="1645920" cy="3200400"/>
          </a:xfrm>
          <a:prstGeom prst="rect">
            <a:avLst/>
          </a:prstGeom>
          <a:solidFill>
            <a:srgbClr val="14142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749040" y="1005840"/>
            <a:ext cx="1645920" cy="54864"/>
          </a:xfrm>
          <a:prstGeom prst="rect">
            <a:avLst/>
          </a:prstGeom>
          <a:solidFill>
            <a:srgbClr val="FF9F43"/>
          </a:solidFill>
          <a:ln/>
        </p:spPr>
      </p:sp>
      <p:sp>
        <p:nvSpPr>
          <p:cNvPr id="19" name="Text 17"/>
          <p:cNvSpPr/>
          <p:nvPr/>
        </p:nvSpPr>
        <p:spPr>
          <a:xfrm>
            <a:off x="3749040" y="11887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9F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BACKEND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840480" y="17373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Firebase Auth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840480" y="22402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Cloud Firestore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840480" y="27432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Realtime DB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840480" y="32461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Cloud Functions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532120" y="1005840"/>
            <a:ext cx="1645920" cy="3200400"/>
          </a:xfrm>
          <a:prstGeom prst="rect">
            <a:avLst/>
          </a:prstGeom>
          <a:solidFill>
            <a:srgbClr val="14142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532120" y="1005840"/>
            <a:ext cx="1645920" cy="54864"/>
          </a:xfrm>
          <a:prstGeom prst="rect">
            <a:avLst/>
          </a:prstGeom>
          <a:solidFill>
            <a:srgbClr val="00AAFF"/>
          </a:solidFill>
          <a:ln/>
        </p:spPr>
      </p:sp>
      <p:sp>
        <p:nvSpPr>
          <p:cNvPr id="26" name="Text 24"/>
          <p:cNvSpPr/>
          <p:nvPr/>
        </p:nvSpPr>
        <p:spPr>
          <a:xfrm>
            <a:off x="5532120" y="11887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AA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SENSORS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623560" y="17373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Accelerometer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623560" y="22402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GPS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623560" y="27432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Gyroscope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623560" y="32461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Stability AI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315200" y="1005840"/>
            <a:ext cx="1645920" cy="3200400"/>
          </a:xfrm>
          <a:prstGeom prst="rect">
            <a:avLst/>
          </a:prstGeom>
          <a:solidFill>
            <a:srgbClr val="14142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315200" y="1005840"/>
            <a:ext cx="1645920" cy="54864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0" y="11887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406640" y="17373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HTML5 Canvas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406640" y="22402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WebGL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406640" y="27432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P2P WebRTC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406640" y="32461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Game Physics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Ready for Solana Seeker · Android Native · 3 External Games + In-App Health &amp; Education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EARNING MODEL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solidFill>
            <a:srgbClr val="9945FF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4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ACTIVITY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931920" y="9144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4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EARN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0" y="9144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4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MULTIPLIER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Push-ups (10 reps)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931920" y="1371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F195"/>
                </a:solidFill>
              </a:rPr>
              <a:t>0.010 SOL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0" y="13716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x2 Champion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71907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Squats (10 reps)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931920" y="17190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F195"/>
                </a:solidFill>
              </a:rPr>
              <a:t>0.010 SOL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0" y="171907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x2 Champion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206654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Running (1 km)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931920" y="206654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F195"/>
                </a:solidFill>
              </a:rPr>
              <a:t>0.025 SOL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0" y="206654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x2 Champion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" y="241401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Nun Galaxy Wars (win)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931920" y="241401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945FF"/>
                </a:solidFill>
              </a:rPr>
              <a:t>0.095 SOL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0" y="2414016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varies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" y="276148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SOL Racer (1st place)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931920" y="27614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00"/>
                </a:solidFill>
              </a:rPr>
              <a:t>0.150 SOL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43600" y="276148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3x bet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8640" y="31089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Coin Rush (game)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931920" y="3108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F195"/>
                </a:solidFill>
              </a:rPr>
              <a:t>0.125 SOL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43600" y="31089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combo x10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8640" y="345643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Dino Race (PVP win)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931920" y="345643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D700"/>
                </a:solidFill>
              </a:rPr>
              <a:t>0.100 SOL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43600" y="345643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pot split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8640" y="380390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Language quiz (correct)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931920" y="380390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AFF"/>
                </a:solidFill>
              </a:rPr>
              <a:t>0.002 SOL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943600" y="380390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streak bonus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8640" y="415137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Lesson complete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931920" y="415137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AFF"/>
                </a:solidFill>
              </a:rPr>
              <a:t>0.015 SOL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943600" y="4151376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streak bonus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48640" y="449884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Daily health goal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931920" y="44988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9F43"/>
                </a:solidFill>
              </a:rPr>
              <a:t>0.025 SOL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943600" y="449884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streak bonus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731520"/>
            <a:ext cx="2743200" cy="1097280"/>
          </a:xfrm>
          <a:prstGeom prst="rect">
            <a:avLst/>
          </a:prstGeom>
          <a:solidFill>
            <a:srgbClr val="9945FF">
              <a:alpha val="3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200400" y="73152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spc="8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FITSTAKE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88888"/>
                </a:solidFill>
              </a:rPr>
              <a:t>Real Exercise. Real Crypto. Real Competition. Real Education.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828800" y="33832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4F1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 on Solana. Ready for Seeker.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Kotlin · Compose · MWA 2.0 · Firebase · 4 Games · 3 Languages · Health Hub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45FF"/>
                </a:solidFill>
              </a:rPr>
              <a:t>Seeker Hackathon 2026 — Thank You!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FitStake - Seeker Hackathon 2026</dc:title>
  <dc:subject>PptxGenJS Presentation</dc:subject>
  <dc:creator>FitStake Team</dc:creator>
  <cp:lastModifiedBy>FitStake Team</cp:lastModifiedBy>
  <cp:revision>1</cp:revision>
  <dcterms:created xsi:type="dcterms:W3CDTF">2026-02-14T21:37:51Z</dcterms:created>
  <dcterms:modified xsi:type="dcterms:W3CDTF">2026-02-14T21:37:51Z</dcterms:modified>
</cp:coreProperties>
</file>