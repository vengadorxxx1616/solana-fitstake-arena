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9945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4F19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4114800"/>
            <a:ext cx="2743200" cy="2743200"/>
          </a:xfrm>
          <a:prstGeom prst="ellipse">
            <a:avLst/>
          </a:prstGeom>
          <a:solidFill>
            <a:srgbClr val="F037A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spc="800" kern="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FITSTAKE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• EARN • COMPETE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5029200" cy="731520"/>
          </a:xfrm>
          <a:prstGeom prst="rect">
            <a:avLst/>
          </a:prstGeom>
          <a:solidFill>
            <a:srgbClr val="9945FF">
              <a:alpha val="20000"/>
            </a:srgbClr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gaming platform where skill meets crypto on Solana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828800" cy="100584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3840480"/>
            <a:ext cx="1828800" cy="100584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840480"/>
            <a:ext cx="1828800" cy="100584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6344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3840480"/>
            <a:ext cx="1828800" cy="100584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6656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274320"/>
            <a:ext cx="2011680" cy="411480"/>
          </a:xfrm>
          <a:prstGeom prst="rect">
            <a:avLst/>
          </a:prstGeom>
          <a:solidFill>
            <a:srgbClr val="0E0E24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74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Powered by Solana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Mobile Hackathon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FitStake?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Mobile games lack real stakes — no motivation to improve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Fitness apps are boring with no competitive element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4553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Crypto education is dry and disconnected from practice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89534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Existing play-to-earn has high barriers to entry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0A1A0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54864" cy="320040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FITSTAKE SOLVES THIS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9659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8 skill-based games with real SOL staking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6243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Fitness challenges that pay crypto rewards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328269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Learn &amp; Earn quizzes on Solana, DeFi, nutrition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394106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🪂  Free play + devnet airdrops — zero barrier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ARCADE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Skill-Based Games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5544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🦖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Runner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runner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920240" cy="15544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280160"/>
            <a:ext cx="192024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Wars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shooter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2468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1920240" cy="15544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80160"/>
            <a:ext cx="1920240" cy="54864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🏎️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Racer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racing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2468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03720" y="1280160"/>
            <a:ext cx="1920240" cy="15544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280160"/>
            <a:ext cx="192024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🪙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0372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Rush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collector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2468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1920240" cy="15544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108960"/>
            <a:ext cx="19202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🎱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Pool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023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Billiards physics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4297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06040" y="3108960"/>
            <a:ext cx="1920240" cy="15544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06040" y="3108960"/>
            <a:ext cx="1920240" cy="54864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6" name="Text 34"/>
          <p:cNvSpPr/>
          <p:nvPr/>
        </p:nvSpPr>
        <p:spPr>
          <a:xfrm>
            <a:off x="260604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🧟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2606040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Siege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06040" y="4023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waves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54680" y="4297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3108960"/>
            <a:ext cx="1920240" cy="15544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108960"/>
            <a:ext cx="192024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🐉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4754880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Hunter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54880" y="4023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RPG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4297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03720" y="3108960"/>
            <a:ext cx="1920240" cy="15544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03720" y="3108960"/>
            <a:ext cx="1920240" cy="54864"/>
          </a:xfrm>
          <a:prstGeom prst="rect">
            <a:avLst/>
          </a:prstGeom>
          <a:solidFill>
            <a:srgbClr val="F037A5"/>
          </a:solidFill>
          <a:ln/>
        </p:spPr>
      </p:sp>
      <p:sp>
        <p:nvSpPr>
          <p:cNvPr id="48" name="Text 46"/>
          <p:cNvSpPr/>
          <p:nvPr/>
        </p:nvSpPr>
        <p:spPr>
          <a:xfrm>
            <a:off x="690372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6903720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3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Blaster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03720" y="4023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shooter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52360" y="4297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Compete for Real SOL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0116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🎮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8 skill-based games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7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920240" cy="20116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STAKE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24688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0.01, 0.05, 0.1, or 0.5 SOL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7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1920240" cy="20116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⚔️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4688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against AI or challenge others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70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920240" cy="201168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04088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POOL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24688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takes the entire prize pool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14143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OPTIONS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114800"/>
            <a:ext cx="1371600" cy="548640"/>
          </a:xfrm>
          <a:prstGeom prst="rect">
            <a:avLst/>
          </a:prstGeom>
          <a:solidFill>
            <a:srgbClr val="06060C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31720" y="4114800"/>
            <a:ext cx="1371600" cy="548640"/>
          </a:xfrm>
          <a:prstGeom prst="rect">
            <a:avLst/>
          </a:prstGeom>
          <a:solidFill>
            <a:srgbClr val="06060C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SOL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31920" y="4114800"/>
            <a:ext cx="1371600" cy="548640"/>
          </a:xfrm>
          <a:prstGeom prst="rect">
            <a:avLst/>
          </a:prstGeom>
          <a:solidFill>
            <a:srgbClr val="06060C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SOL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32120" y="4114800"/>
            <a:ext cx="1371600" cy="548640"/>
          </a:xfrm>
          <a:prstGeom prst="rect">
            <a:avLst/>
          </a:prstGeom>
          <a:solidFill>
            <a:srgbClr val="06060C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SOL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32320" y="4114800"/>
            <a:ext cx="1371600" cy="548640"/>
          </a:xfrm>
          <a:prstGeom prst="rect">
            <a:avLst/>
          </a:prstGeom>
          <a:solidFill>
            <a:srgbClr val="06060C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&amp; LEARN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 SOL by Staying Fit &amp;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56616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54864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FITNESS CHALLENGES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Push-Up Power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 SOL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🦵  Squat Storm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30428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 SOL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3042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2779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  Plank Hold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77977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 SOL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7797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32552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Burpee Blitz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255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 SOL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32552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Jump Jack Frenzy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730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 SOL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37307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Wall Sit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42062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 SOL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4206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3931920" cy="356616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234440"/>
            <a:ext cx="393192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LEARN &amp; EARN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Solana Basics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1828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 SOL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3408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Fitness Fundamentals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234086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 SOL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8529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Crypto Security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28529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 SOL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3649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 Nutrition Quiz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33649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 SOL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8770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DeFi Essentials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387705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 SOL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3657600"/>
            <a:ext cx="3383280" cy="914400"/>
          </a:xfrm>
          <a:prstGeom prst="rect">
            <a:avLst/>
          </a:prstGeom>
          <a:solidFill>
            <a:srgbClr val="06060C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657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Tracking: Steps, Calories, Distance, Heart Rate — with weekly charts and daily goals for SOL rewards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 Mobile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6459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6459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Rewards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streak system with increasing SOL rewards. Claim daily to build your balance.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16459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54864" cy="16459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unlockable badges: First Game, Hot Streak, 1K Score, Quiz Master, and more.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16459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54864" cy="16459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rankings by earnings, games played, and win rate. Compete for the top.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2606040" cy="16459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5468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of wins, scores, and challenges across the platform.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606040" cy="16459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54680"/>
            <a:ext cx="54864" cy="16459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474720" y="3657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 and Spanish support. Switch instantly from settings.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154680"/>
            <a:ext cx="2606040" cy="16459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154680"/>
            <a:ext cx="54864" cy="1645920"/>
          </a:xfrm>
          <a:prstGeom prst="rect">
            <a:avLst/>
          </a:prstGeom>
          <a:solidFill>
            <a:srgbClr val="F037A5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309360" y="3657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3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particle background, glass morphism UI, neon glow effects.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Solana Mobile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34747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Android Native (Kotlin)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3591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WebView + HTML5 Canvas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8895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CSS3 Glass Morphism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41985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60fps Game Rendering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9502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Responsive UI (430px)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280160"/>
            <a:ext cx="1920240" cy="34747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280160"/>
            <a:ext cx="192024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Solana Devnet RPC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3591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SOL Staking &amp; Transfers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8895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Wallet Connect (WalletBridge)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41985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Real-time Balance Updates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9502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Airdrop Integration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1920240" cy="34747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80160"/>
            <a:ext cx="1920240" cy="54864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HTML5 Canvas 2D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3591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Custom Physics Engine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8895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Joystick Controls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41985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Particle Systems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9502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8 Unique Game Loops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1280160"/>
            <a:ext cx="1920240" cy="347472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280160"/>
            <a:ext cx="1920240" cy="54864"/>
          </a:xfrm>
          <a:prstGeom prst="rect">
            <a:avLst/>
          </a:prstGeom>
          <a:solidFill>
            <a:srgbClr val="F037A5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03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SharedPreferences Storage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23591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i18n (EN/ES)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28895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Achievement System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341985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Sound Engine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39502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Onboarding Flow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Core Screens + Modals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356616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display with USD conversion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26974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Win/Games/Streak/Earned stats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31546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challenges feed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36118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Leaderboard &amp; live activity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40690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action buttons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20240" cy="356616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325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15768" y="22402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game cards with difficulty tags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15768" y="26974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 selection before each game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15768" y="31546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Full-screen canvas gameplay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15768" y="36118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tracking &amp; personal bests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15768" y="40690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 Over with play again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1920240" cy="356616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325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💪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5488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22402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 rings (steps/cal/km)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6974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activity bar chart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608" y="31546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workout challenges with timer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6118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Learn &amp; Earn quizzes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4608" y="40690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10K step goal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1234440"/>
            <a:ext cx="1920240" cy="356616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03720" y="1325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90372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13448" y="22402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Player avatar &amp; badges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3448" y="26974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games, win rate, earnings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13448" y="31546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Wallet management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13448" y="36118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 settings (EN/ES)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13448" y="4069080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version info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356616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skill-based games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 staking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Fitness challenges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Learn &amp; Earn quizzes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Bilingual (EN/ES)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234440"/>
            <a:ext cx="2651760" cy="356616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234440"/>
            <a:ext cx="2651760" cy="54864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NEXT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Mobile Wallet Adapter (MWA)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Real PvP multiplayer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Anchor escrow program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Mainnet deployment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More games (12+)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651760" cy="3566160"/>
          </a:xfrm>
          <a:prstGeom prst="rect">
            <a:avLst/>
          </a:prstGeom>
          <a:solidFill>
            <a:srgbClr val="0E0E2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NFT player avatars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Tournament brackets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Token launch (FSTK)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iOS version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DAO 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994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4F19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600" kern="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FITSTAKE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Gaming Meets Fitness Meets Crypto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6400800" cy="1097280"/>
          </a:xfrm>
          <a:prstGeom prst="rect">
            <a:avLst/>
          </a:prstGeom>
          <a:solidFill>
            <a:srgbClr val="0E0E24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788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3383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2788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08960" y="3383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3383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37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3383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Solana Mobile Hackathon 2025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Powered by Solana  •  Android  •  Kotlin + HTML5 Canvas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FitStake - Play, Earn &amp; Compete on Solana</dc:title>
  <dc:subject>PptxGenJS Presentation</dc:subject>
  <dc:creator>FitStake Team</dc:creator>
  <cp:lastModifiedBy>FitStake Team</cp:lastModifiedBy>
  <cp:revision>1</cp:revision>
  <dcterms:created xsi:type="dcterms:W3CDTF">2026-02-23T01:18:16Z</dcterms:created>
  <dcterms:modified xsi:type="dcterms:W3CDTF">2026-02-23T01:18:16Z</dcterms:modified>
</cp:coreProperties>
</file>